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Moneta Reporting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High-Performance Generic Reporting Platform</a:t>
            </a:r>
          </a:p>
          <a:p>
            <a:r>
              <a:t>Clean Architecture | Pluggable | CQRS | Cloud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Frequent new report (UDM) additions</a:t>
            </a:r>
          </a:p>
          <a:p>
            <a:r>
              <a:t>Tight coupling in legacy systems</a:t>
            </a:r>
          </a:p>
          <a:p>
            <a:r>
              <a:t>Performance bottlenecks</a:t>
            </a:r>
          </a:p>
          <a:p>
            <a:r>
              <a:t>Difficult scaling and maintenance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Architecture (Onion Model)</a:t>
            </a:r>
          </a:p>
          <a:p>
            <a:r>
              <a:t>Pluggable Report Providers</a:t>
            </a:r>
          </a:p>
          <a:p>
            <a:r>
              <a:t>Strategy + Registry Pattern</a:t>
            </a:r>
          </a:p>
          <a:p>
            <a:r>
              <a:t>Async Audit Logging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Layer (Controllers, DTOs)</a:t>
            </a:r>
          </a:p>
          <a:p>
            <a:r>
              <a:t>Core Layer (Orchestrator, Ports)</a:t>
            </a:r>
          </a:p>
          <a:p>
            <a:r>
              <a:t>Reports Layer (UDM Plugins)</a:t>
            </a:r>
          </a:p>
          <a:p>
            <a:r>
              <a:t>Infrastructure Layer (Adapters)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Pluggable Strategy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UDM implements ReportProvider</a:t>
            </a:r>
          </a:p>
          <a:p>
            <a:r>
              <a:t>Spring auto-registration via Map injection</a:t>
            </a:r>
          </a:p>
          <a:p>
            <a:r>
              <a:t>No modification to Core when adding new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Streaming large datasets</a:t>
            </a:r>
          </a:p>
          <a:p>
            <a:r>
              <a:t>Pagination &amp; Compression</a:t>
            </a:r>
          </a:p>
          <a:p>
            <a:r>
              <a:t>Redis/Caffeine caching</a:t>
            </a:r>
          </a:p>
          <a:p>
            <a:r>
              <a:t>Read replicas for 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Dockerized Microservice</a:t>
            </a:r>
          </a:p>
          <a:p>
            <a:r>
              <a:t>Private Cloud Deployment</a:t>
            </a:r>
          </a:p>
          <a:p>
            <a:r>
              <a:t>Horizontal Scaling</a:t>
            </a:r>
          </a:p>
          <a:p>
            <a:r>
              <a:t>Observability (Prometheus, ELK)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 Core Changes for New Reports</a:t>
            </a:r>
          </a:p>
          <a:p>
            <a:r>
              <a:t>High Maintainability</a:t>
            </a:r>
          </a:p>
          <a:p>
            <a:r>
              <a:t>Clear Separation of Concerns</a:t>
            </a:r>
          </a:p>
          <a:p>
            <a:r>
              <a:t>Future-Proof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